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Nuni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97aa5b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97aa5b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5ad08f19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5ad08f19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a5f988e20_0_2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a5f988e20_0_2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a5f988e20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a5f988e20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a5f988e20_0_2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a5f988e20_0_2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5ad08f194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5ad08f19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4913b20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4913b20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a5f988e20_0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a5f988e20_0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93fac8bc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93fac8bc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5ad08f194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5ad08f19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40b2b879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40b2b87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5ad08f19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5ad08f19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5ad08f19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5ad08f19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datasets?search=crime" TargetMode="External"/><Relationship Id="rId4" Type="http://schemas.openxmlformats.org/officeDocument/2006/relationships/hyperlink" Target="https://catalog.data.gov/dataset?tags=crime" TargetMode="External"/><Relationship Id="rId11" Type="http://schemas.openxmlformats.org/officeDocument/2006/relationships/hyperlink" Target="https://cde.ucr.cjis.gov/LATEST/webapp/#/pages/home" TargetMode="External"/><Relationship Id="rId10" Type="http://schemas.openxmlformats.org/officeDocument/2006/relationships/hyperlink" Target="https://ec.europa.eu/eurostat/web/crime/" TargetMode="External"/><Relationship Id="rId9" Type="http://schemas.openxmlformats.org/officeDocument/2006/relationships/hyperlink" Target="https://dataunodc.un.org/" TargetMode="External"/><Relationship Id="rId5" Type="http://schemas.openxmlformats.org/officeDocument/2006/relationships/hyperlink" Target="https://cde.ucr.cjis.gov/LATEST/webapp/#/pages/home" TargetMode="External"/><Relationship Id="rId6" Type="http://schemas.openxmlformats.org/officeDocument/2006/relationships/hyperlink" Target="https://data.cityofchicago.org/Public-Safety/Crimes-2001-to-Present/ijzp-q8t2" TargetMode="External"/><Relationship Id="rId7" Type="http://schemas.openxmlformats.org/officeDocument/2006/relationships/hyperlink" Target="https://data.cityofnewyork.us/Public-Safety/NYPD-Complaint-Data-Historic/qgea-i56i" TargetMode="External"/><Relationship Id="rId8" Type="http://schemas.openxmlformats.org/officeDocument/2006/relationships/hyperlink" Target="https://data.police.uk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8d00GwXuNXqRFZH--YB5NlXmPoPds1ok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581675" y="294100"/>
            <a:ext cx="46452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Crime Pattern Analysis and Prediction using Machine Learning</a:t>
            </a:r>
            <a:endParaRPr sz="40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064675" y="3328000"/>
            <a:ext cx="77661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Team Guide : Pradeep Nazareth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Team Head : Lathesh Kumar S R (4AL23AI400)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Team Members :Sanket Patil (4AL22AI043)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Shivamani M Nayak (4AL22AI051)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Tejashwini SM (4AL22AI060)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 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</a:t>
            </a:r>
            <a:endParaRPr sz="4000"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648750"/>
            <a:ext cx="70305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0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Crime detection, analysis, and prediction are key for modern law enforcement.</a:t>
            </a:r>
            <a:br>
              <a:rPr b="1" lang="en" sz="1405"/>
            </a:br>
            <a:endParaRPr b="1" sz="1405"/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Rising urbanization and population growth increase crime rates.</a:t>
            </a:r>
            <a:br>
              <a:rPr b="1" lang="en" sz="1405"/>
            </a:br>
            <a:endParaRPr b="1" sz="1405"/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Machine learning and geospatial analysis help find hidden crime patterns.</a:t>
            </a:r>
            <a:br>
              <a:rPr b="1" lang="en" sz="1405"/>
            </a:br>
            <a:endParaRPr b="1" sz="1405"/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Predictive models identify hotspots and improve resource allocation.</a:t>
            </a:r>
            <a:br>
              <a:rPr b="1" lang="en" sz="1405"/>
            </a:br>
            <a:endParaRPr b="1" sz="1405"/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Combining data from social, economic, and other sources boosts accuracy.</a:t>
            </a:r>
            <a:br>
              <a:rPr b="1" lang="en" sz="1405"/>
            </a:br>
            <a:endParaRPr b="1" sz="1405"/>
          </a:p>
          <a:p>
            <a:pPr indent="-3070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Arial"/>
              <a:buChar char="●"/>
            </a:pPr>
            <a:r>
              <a:rPr b="1" lang="en" sz="1405"/>
              <a:t>The goal is to enable proactive strategies and build safer communities.</a:t>
            </a:r>
            <a:br>
              <a:rPr b="1" lang="en" sz="1405"/>
            </a:br>
            <a:endParaRPr b="1"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gap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31300"/>
            <a:ext cx="7030500" cy="30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 research lacked systematic analysis of large-scale data especially countries like US and India.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Earlier works ignored environmental or social contexts.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studies tested simple interpretable models like KNN in crime analysis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hybrid comparative analysis in crime prediction.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open data sources underutilized in crime analytics.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895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Crime prediction models lack real-time accuracy due to inconsistent data.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95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Processing large, unstructured crime data is challenging.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95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Geo-spatial techniques are underutilized in crime mapping.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95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Privacy concerns and algorithmic bias exist in crime prediction models.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95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Law enforcement faces difficulty in implementing AI-driven crime analysis.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OBJECTIVES</a:t>
            </a:r>
            <a:endParaRPr sz="4000"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0289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 crime patterns using historical and real-time data.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895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Utilize machine learning for crime classification and prediction.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895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 geo-spatial mapping to identify crime hotspots.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895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privacy concerns while ensuring data security.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678900"/>
            <a:ext cx="7672500" cy="28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24955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Collection &amp; Preprocessing: Used Kaggle’s US based crime data, cleaned data, handled missing values, normalized features.</a:t>
            </a:r>
            <a:b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55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Engineering: Selected key features (time, day, location), created new indicators like crime frequency and high-risk zones, and applied K-Means clustering.</a:t>
            </a:r>
            <a:b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55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Implementation: Built and tested four  ML models – Random Forest, Xgboost and Decision Tree,K-Nearest Neighbors – for crime prediction and hotspot detection.</a:t>
            </a:r>
            <a:b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55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 &amp; Validation: Split data (70% training, 30% testing), performed 5-fold cross-validation.</a:t>
            </a:r>
            <a:b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55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Evaluation: Measured accuracy, precision, recall, and F1-score, and visualized results with confusion matrices and hotspot maps, identifying Random Forest as the best model.</a:t>
            </a:r>
            <a:endParaRPr sz="179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13" y="375450"/>
            <a:ext cx="70305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pic>
        <p:nvPicPr>
          <p:cNvPr id="314" name="Google Shape;3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275" y="1027300"/>
            <a:ext cx="5509601" cy="36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667350" y="1272950"/>
            <a:ext cx="7809300" cy="3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&amp; Open Data Portals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 – Crime Datasets:-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https://www.kaggle.com/datasets?search=crime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data.gov (USA):- </a:t>
            </a:r>
            <a: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https://catalog.data.gov/dataset?tags=crime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FBI Crime Data Explorer:- </a:t>
            </a:r>
            <a: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https://cde.ucr.cjis.gov/LATEST/webapp/#/pages/home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City of Chicago Data Porta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l:- </a:t>
            </a:r>
            <a: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https://data.cityofchicago.org/Public-Safety/Crimes-2001-to-Present/ijzp-q8t2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NYC Open Data – NYPD Complaint Data :- </a:t>
            </a:r>
            <a: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https://data.cityofnewyork.us/Public-Safety/NYPD-Complaint-Data-Historic/qgea-i56i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International Crime Data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 Police Data :- </a:t>
            </a:r>
            <a: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https://data.police.uk/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UNODC (United Nations Office on Drugs and Crime) :-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https://dataunodc.un.org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Eurostat Crime Data -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https://ec.europa.eu/eurostat/web/crime/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MODELS 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190750"/>
            <a:ext cx="7470600" cy="3628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Algorithms used</a:t>
            </a:r>
            <a:endParaRPr b="1" sz="17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Random Forest classifier-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High-accuracy, robust crime prediction.</a:t>
            </a:r>
            <a:endParaRPr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Xgboost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Heighly optimized gradient boosting algorithm</a:t>
            </a:r>
            <a:endParaRPr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Decision Tree -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Clear, interpretable prediction rules.</a:t>
            </a:r>
            <a:endParaRPr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K-Nearest Neighbors -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Pattern matching by comparing similar past crimes.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989525" y="136925"/>
            <a:ext cx="6666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Chart</a:t>
            </a:r>
            <a:endParaRPr/>
          </a:p>
        </p:txBody>
      </p:sp>
      <p:pic>
        <p:nvPicPr>
          <p:cNvPr id="332" name="Google Shape;332;p22" title="ChatGPT Image Jan 7, 2026, 09_20_1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00" y="730875"/>
            <a:ext cx="8527676" cy="42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38" name="Google Shape;338;p23"/>
          <p:cNvSpPr txBox="1"/>
          <p:nvPr>
            <p:ph idx="1" type="body"/>
          </p:nvPr>
        </p:nvSpPr>
        <p:spPr>
          <a:xfrm>
            <a:off x="1303800" y="1496075"/>
            <a:ext cx="7030500" cy="30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machine learning and data mining for crime pattern detection.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K-means, Random Forest, and regression for analysis.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Analyzes spatial, temporal, and behavioral crime data.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Expert feedback improves model accuracy and insights.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police predict hotspots and prevent crimes.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idx="1" type="body"/>
          </p:nvPr>
        </p:nvSpPr>
        <p:spPr>
          <a:xfrm>
            <a:off x="1303800" y="750025"/>
            <a:ext cx="7030500" cy="3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5500"/>
              <a:t>THANK YOU</a:t>
            </a:r>
            <a:endParaRPr b="1" sz="5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paper Publication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1303800" y="1990050"/>
            <a:ext cx="7365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Accepted for ISCCSC -2025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“</a:t>
            </a: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Crime Pattern Analysis and Prediction using Machine Learning</a:t>
            </a:r>
            <a:r>
              <a:rPr lang="en" sz="2100"/>
              <a:t>”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papers</a:t>
            </a:r>
            <a:endParaRPr/>
          </a:p>
        </p:txBody>
      </p:sp>
      <p:sp>
        <p:nvSpPr>
          <p:cNvPr id="355" name="Google Shape;355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40 Survey paper by the all the  team members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https://drive.google.com/drive/folders/18d00GwXuNXqRFZH--YB5NlXmPoPds1ok?usp=sharing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